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598"/>
  </p:normalViewPr>
  <p:slideViewPr>
    <p:cSldViewPr snapToGrid="0">
      <p:cViewPr varScale="1">
        <p:scale>
          <a:sx n="119" d="100"/>
          <a:sy n="119" d="100"/>
        </p:scale>
        <p:origin x="8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EAF2C-7612-53C2-889A-40FB7D2BBC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2DF488-2055-1083-D361-2ABFD3B7CF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7EC42-7D1A-10B0-0635-63EC3762F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79E63-1418-4FDD-BD70-8433B89EFDDC}" type="datetimeFigureOut">
              <a:rPr lang="en-MY" smtClean="0"/>
              <a:t>26/02/2026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9BB61-634B-AAA3-8780-43D909138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47B30-97B8-9779-4D0E-1F8F3845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EA91-8D29-4ECF-8F5C-A8ED3E99226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60182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DEFD-BF0B-BFC5-03F7-2E3858E17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DEE36-38E0-F53A-2FD1-355607185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88E08-496F-2068-79DB-CA52C8BC4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79E63-1418-4FDD-BD70-8433B89EFDDC}" type="datetimeFigureOut">
              <a:rPr lang="en-MY" smtClean="0"/>
              <a:t>26/02/2026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8AFBA-E526-1A25-C468-5E23325F0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A141B-3C3F-E15F-09B0-7C665477A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EA91-8D29-4ECF-8F5C-A8ED3E99226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6501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068DE-87AA-9B7D-8832-A0005AA54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CA7C2-1A67-79C2-926C-E237B1455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F4E46-E5BB-9BD8-FEB4-DBD134968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79E63-1418-4FDD-BD70-8433B89EFDDC}" type="datetimeFigureOut">
              <a:rPr lang="en-MY" smtClean="0"/>
              <a:t>26/02/2026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900C0-7FCD-069E-B0E6-97CAB6288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59D6B-1917-98B4-66C0-922103B84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EA91-8D29-4ECF-8F5C-A8ED3E99226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90386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5174F-0431-D86D-59F8-5982FD4C6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2863A-CB9F-94F0-1333-14E0B8E775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1BE550-1C56-F2AF-D0A3-C2772CBC5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A476F-D974-0729-15B6-628DE0069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79E63-1418-4FDD-BD70-8433B89EFDDC}" type="datetimeFigureOut">
              <a:rPr lang="en-MY" smtClean="0"/>
              <a:t>26/02/2026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8D571-2D11-2AED-B5EC-D091852AA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D3C98-5568-EA49-B2E6-B4495136E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EA91-8D29-4ECF-8F5C-A8ED3E99226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10685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4AC50-EDFA-BD0D-AACF-86B5C210C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8D969-F641-522A-03B7-F069C2930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529A4-ACDF-2A23-45F7-2157400DF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894B85-5B85-8AFB-7D30-6DEF58584F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B56DE0-D0AE-32D1-94AD-E82E97977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ED674F-780A-7FBB-D8B3-B7FA068AF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79E63-1418-4FDD-BD70-8433B89EFDDC}" type="datetimeFigureOut">
              <a:rPr lang="en-MY" smtClean="0"/>
              <a:t>26/02/2026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840BAE-3061-5B7F-DAF5-CC5E7BA4A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B18753-4A39-9EAB-CC31-4B51D83CD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EA91-8D29-4ECF-8F5C-A8ED3E99226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60063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5129-F510-1E72-D185-BC8EED49E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8630F1-4509-6BED-EC6B-2051DC0EC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79E63-1418-4FDD-BD70-8433B89EFDDC}" type="datetimeFigureOut">
              <a:rPr lang="en-MY" smtClean="0"/>
              <a:t>26/02/2026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CEFAD2-2A32-AFF7-906A-1A1DD2C3E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33CC2-9214-C66F-7CC6-39EC2C0E3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EA91-8D29-4ECF-8F5C-A8ED3E99226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6990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0D4C02-D19B-58D7-EF6F-CEBF41CE6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79E63-1418-4FDD-BD70-8433B89EFDDC}" type="datetimeFigureOut">
              <a:rPr lang="en-MY" smtClean="0"/>
              <a:t>26/02/2026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F5ABD9-722B-3DA8-5F2C-EC2F108C3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F4EA6-48C4-6525-3B9A-DC6D7E2DB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EA91-8D29-4ECF-8F5C-A8ED3E99226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82325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AE32D-0DB3-8BD0-0D32-3628D3C29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B2F74-78A0-7CA5-F0CF-F7FDE3453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99E06E-4EEE-8E50-AEC2-793C14202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B1B2D-104B-2761-EC34-A31A9D86E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79E63-1418-4FDD-BD70-8433B89EFDDC}" type="datetimeFigureOut">
              <a:rPr lang="en-MY" smtClean="0"/>
              <a:t>26/02/2026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AECA7-C05B-A8AD-33A5-FCE422403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157959-8ACB-020C-3AD0-556995E50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EA91-8D29-4ECF-8F5C-A8ED3E99226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95432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C8E36-403E-A08E-A25D-483C8ED93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8D4194-44C8-CC07-B413-5C89208DAD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2AD162-F56E-DA3C-04B0-B5862F7C84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30607-CE1F-234B-9E9A-FC39ED9DF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79E63-1418-4FDD-BD70-8433B89EFDDC}" type="datetimeFigureOut">
              <a:rPr lang="en-MY" smtClean="0"/>
              <a:t>26/02/2026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342AA-D9EF-9D28-2CE8-B3EA4F812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87CD3-921E-40A1-587C-9507CEF89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EA91-8D29-4ECF-8F5C-A8ED3E99226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16657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434BF-42CA-91B6-AD68-23B99ABDA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AA5642-9A7F-60B6-14D1-0E90229E6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D0B70-6672-D8FB-87AF-0CCEDDAF0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79E63-1418-4FDD-BD70-8433B89EFDDC}" type="datetimeFigureOut">
              <a:rPr lang="en-MY" smtClean="0"/>
              <a:t>26/02/2026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912FE-CD20-9D25-6CA9-3225D34C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FFBD0-7EF8-0EDB-BD27-C82328EB5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EA91-8D29-4ECF-8F5C-A8ED3E99226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580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0BE4D9-C2C9-5AF4-9FD9-C7DF61D3FE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02340-AC1D-3CB8-8944-632B69DE35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58D7A-CA03-9B00-D327-191C3137B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79E63-1418-4FDD-BD70-8433B89EFDDC}" type="datetimeFigureOut">
              <a:rPr lang="en-MY" smtClean="0"/>
              <a:t>26/02/2026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24CCF-FDD2-82AC-2D40-B31BD58A3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A3784-B72B-44DD-B0DC-F881BFB59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EA91-8D29-4ECF-8F5C-A8ED3E99226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10204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C9C694-1C56-6AFE-D7A7-156259A95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CF656-1BD7-91F1-26A5-6D62707E5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7DB6E-A907-F38F-833E-AC54EFEB4C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779E63-1418-4FDD-BD70-8433B89EFDDC}" type="datetimeFigureOut">
              <a:rPr lang="en-MY" smtClean="0"/>
              <a:t>26/02/2026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6783B-1571-2CC3-152C-D5D4070A4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CF5A4-05FB-D4E6-4AB3-431718DC7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D7EA91-8D29-4ECF-8F5C-A8ED3E99226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85460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021E36-A3CD-4CAC-44AB-AE5E8D700D5D}"/>
              </a:ext>
            </a:extLst>
          </p:cNvPr>
          <p:cNvSpPr/>
          <p:nvPr/>
        </p:nvSpPr>
        <p:spPr>
          <a:xfrm>
            <a:off x="1673352" y="877824"/>
            <a:ext cx="9125277" cy="527260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B65C23-E6D6-C057-5687-5098003B123A}"/>
              </a:ext>
            </a:extLst>
          </p:cNvPr>
          <p:cNvSpPr/>
          <p:nvPr/>
        </p:nvSpPr>
        <p:spPr>
          <a:xfrm>
            <a:off x="1673352" y="1680754"/>
            <a:ext cx="1883664" cy="4132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 err="1"/>
              <a:t>Category_name</a:t>
            </a:r>
            <a:r>
              <a:rPr lang="en-MY" sz="1400" dirty="0"/>
              <a:t> tab 1 </a:t>
            </a:r>
            <a:r>
              <a:rPr lang="en-MY" sz="1400" dirty="0" err="1"/>
              <a:t>ie</a:t>
            </a:r>
            <a:r>
              <a:rPr lang="en-MY" sz="1400" dirty="0"/>
              <a:t> VVIP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F738D43-B938-3E34-915F-9612BA3E2CB3}"/>
              </a:ext>
            </a:extLst>
          </p:cNvPr>
          <p:cNvSpPr/>
          <p:nvPr/>
        </p:nvSpPr>
        <p:spPr>
          <a:xfrm>
            <a:off x="1673353" y="2093976"/>
            <a:ext cx="9125276" cy="4056453"/>
          </a:xfrm>
          <a:prstGeom prst="roundRect">
            <a:avLst>
              <a:gd name="adj" fmla="val 267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F696916-061F-1100-BF21-178C70984453}"/>
              </a:ext>
            </a:extLst>
          </p:cNvPr>
          <p:cNvSpPr/>
          <p:nvPr/>
        </p:nvSpPr>
        <p:spPr>
          <a:xfrm>
            <a:off x="3557016" y="1680754"/>
            <a:ext cx="2112264" cy="4132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 err="1"/>
              <a:t>Category_name</a:t>
            </a:r>
            <a:r>
              <a:rPr lang="en-MY" sz="1400" dirty="0"/>
              <a:t> tab 2 </a:t>
            </a:r>
            <a:r>
              <a:rPr lang="en-MY" sz="1400" dirty="0" err="1"/>
              <a:t>ie</a:t>
            </a:r>
            <a:r>
              <a:rPr lang="en-MY" sz="1400" dirty="0"/>
              <a:t> Hospital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DD8C06-ECC6-585C-6A4C-7E660FCC5D82}"/>
              </a:ext>
            </a:extLst>
          </p:cNvPr>
          <p:cNvSpPr txBox="1"/>
          <p:nvPr/>
        </p:nvSpPr>
        <p:spPr>
          <a:xfrm>
            <a:off x="1883661" y="3257014"/>
            <a:ext cx="2774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 err="1">
                <a:solidFill>
                  <a:schemeClr val="bg1"/>
                </a:solidFill>
              </a:rPr>
              <a:t>criticalsource.notes</a:t>
            </a:r>
            <a:endParaRPr lang="en-MY" sz="14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FEEBBF-0F3C-ABB8-1AFF-EF5FB3D3EAD7}"/>
              </a:ext>
            </a:extLst>
          </p:cNvPr>
          <p:cNvSpPr/>
          <p:nvPr/>
        </p:nvSpPr>
        <p:spPr>
          <a:xfrm>
            <a:off x="1980874" y="2669049"/>
            <a:ext cx="3063241" cy="3396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ED2525-9475-AD4F-5BF5-C9902CB28EFB}"/>
              </a:ext>
            </a:extLst>
          </p:cNvPr>
          <p:cNvSpPr txBox="1"/>
          <p:nvPr/>
        </p:nvSpPr>
        <p:spPr>
          <a:xfrm>
            <a:off x="5351636" y="2524895"/>
            <a:ext cx="1728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chemeClr val="bg1"/>
                </a:solidFill>
              </a:rPr>
              <a:t>11 kV |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323319-0302-336B-2277-CD0CCE12B38C}"/>
              </a:ext>
            </a:extLst>
          </p:cNvPr>
          <p:cNvSpPr/>
          <p:nvPr/>
        </p:nvSpPr>
        <p:spPr>
          <a:xfrm>
            <a:off x="1980873" y="3582229"/>
            <a:ext cx="3063241" cy="9690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0DBC9D5-4D79-03CC-5615-319CEA9DD564}"/>
              </a:ext>
            </a:extLst>
          </p:cNvPr>
          <p:cNvSpPr/>
          <p:nvPr/>
        </p:nvSpPr>
        <p:spPr>
          <a:xfrm>
            <a:off x="6215744" y="2579759"/>
            <a:ext cx="1189480" cy="31446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/>
              <a:t>T1 </a:t>
            </a:r>
            <a:r>
              <a:rPr lang="en-MY" sz="1400" dirty="0">
                <a:latin typeface="Rage Italic" panose="03070502040507070304" pitchFamily="66" charset="0"/>
              </a:rPr>
              <a:t>•</a:t>
            </a:r>
            <a:r>
              <a:rPr lang="en-MY" sz="1400" dirty="0"/>
              <a:t> CB 31</a:t>
            </a:r>
            <a:r>
              <a:rPr lang="en-MY" sz="1400" dirty="0">
                <a:latin typeface="Rage Italic" panose="03070502040507070304" pitchFamily="66" charset="0"/>
              </a:rPr>
              <a:t>  </a:t>
            </a:r>
            <a:endParaRPr lang="en-MY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502FB7-6B61-1901-A3ED-EEED17736757}"/>
              </a:ext>
            </a:extLst>
          </p:cNvPr>
          <p:cNvSpPr txBox="1"/>
          <p:nvPr/>
        </p:nvSpPr>
        <p:spPr>
          <a:xfrm>
            <a:off x="1883661" y="2373103"/>
            <a:ext cx="2968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 err="1">
                <a:solidFill>
                  <a:schemeClr val="bg1"/>
                </a:solidFill>
              </a:rPr>
              <a:t>Criticalassettag.short_text</a:t>
            </a:r>
            <a:endParaRPr lang="en-MY" sz="14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02FE54-3B1B-BD38-AD8E-A48C24C7F476}"/>
              </a:ext>
            </a:extLst>
          </p:cNvPr>
          <p:cNvSpPr txBox="1"/>
          <p:nvPr/>
        </p:nvSpPr>
        <p:spPr>
          <a:xfrm>
            <a:off x="5351636" y="2992980"/>
            <a:ext cx="1728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chemeClr val="bg1"/>
                </a:solidFill>
              </a:rPr>
              <a:t>33 kV |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643C461-25E7-ED7E-47C4-1B4594893CD3}"/>
              </a:ext>
            </a:extLst>
          </p:cNvPr>
          <p:cNvSpPr/>
          <p:nvPr/>
        </p:nvSpPr>
        <p:spPr>
          <a:xfrm>
            <a:off x="6215744" y="3040791"/>
            <a:ext cx="1189482" cy="334236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/>
              <a:t>T3 </a:t>
            </a:r>
            <a:r>
              <a:rPr lang="en-MY" sz="1400" dirty="0">
                <a:latin typeface="Rage Italic" panose="03070502040507070304" pitchFamily="66" charset="0"/>
              </a:rPr>
              <a:t>•</a:t>
            </a:r>
            <a:r>
              <a:rPr lang="en-MY" sz="1400" dirty="0"/>
              <a:t> CB 3T0</a:t>
            </a:r>
            <a:r>
              <a:rPr lang="en-MY" sz="1400" dirty="0">
                <a:latin typeface="Rage Italic" panose="03070502040507070304" pitchFamily="66" charset="0"/>
              </a:rPr>
              <a:t>  </a:t>
            </a:r>
            <a:endParaRPr lang="en-MY" sz="1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3B4D96C-FEF4-3A8E-E6D9-6FE3ADCEF8F3}"/>
              </a:ext>
            </a:extLst>
          </p:cNvPr>
          <p:cNvSpPr/>
          <p:nvPr/>
        </p:nvSpPr>
        <p:spPr>
          <a:xfrm>
            <a:off x="7446375" y="3028076"/>
            <a:ext cx="1189482" cy="334236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/>
              <a:t>T4 </a:t>
            </a:r>
            <a:r>
              <a:rPr lang="en-MY" sz="1400" dirty="0">
                <a:latin typeface="Rage Italic" panose="03070502040507070304" pitchFamily="66" charset="0"/>
              </a:rPr>
              <a:t>•</a:t>
            </a:r>
            <a:r>
              <a:rPr lang="en-MY" sz="1400" dirty="0"/>
              <a:t> CB 4T0</a:t>
            </a:r>
            <a:r>
              <a:rPr lang="en-MY" sz="1400" dirty="0">
                <a:latin typeface="Rage Italic" panose="03070502040507070304" pitchFamily="66" charset="0"/>
              </a:rPr>
              <a:t>  </a:t>
            </a:r>
            <a:endParaRPr lang="en-MY" sz="14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9A461BC-6B98-5832-604D-4A7DDD2F40F5}"/>
              </a:ext>
            </a:extLst>
          </p:cNvPr>
          <p:cNvSpPr/>
          <p:nvPr/>
        </p:nvSpPr>
        <p:spPr>
          <a:xfrm>
            <a:off x="7446375" y="2569875"/>
            <a:ext cx="1189482" cy="33423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400" dirty="0"/>
              <a:t>T2 </a:t>
            </a:r>
            <a:r>
              <a:rPr lang="en-MY" sz="1400" dirty="0">
                <a:latin typeface="Rage Italic" panose="03070502040507070304" pitchFamily="66" charset="0"/>
              </a:rPr>
              <a:t>•</a:t>
            </a:r>
            <a:r>
              <a:rPr lang="en-MY" sz="1400" dirty="0"/>
              <a:t> CB 32</a:t>
            </a:r>
            <a:r>
              <a:rPr lang="en-MY" sz="1400" dirty="0">
                <a:latin typeface="Rage Italic" panose="03070502040507070304" pitchFamily="66" charset="0"/>
              </a:rPr>
              <a:t>  </a:t>
            </a:r>
            <a:endParaRPr lang="en-MY" sz="1400" dirty="0"/>
          </a:p>
        </p:txBody>
      </p:sp>
      <p:pic>
        <p:nvPicPr>
          <p:cNvPr id="23" name="Graphic 22" descr="Document with solid fill">
            <a:extLst>
              <a:ext uri="{FF2B5EF4-FFF2-40B4-BE49-F238E27FC236}">
                <a16:creationId xmlns:a16="http://schemas.microsoft.com/office/drawing/2014/main" id="{ED278499-8037-F410-CED1-B4EEEBEA3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3662" y="5468111"/>
            <a:ext cx="486361" cy="31905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DA6D4CF-87BE-B321-D00E-1D6725FF43B5}"/>
              </a:ext>
            </a:extLst>
          </p:cNvPr>
          <p:cNvSpPr txBox="1"/>
          <p:nvPr/>
        </p:nvSpPr>
        <p:spPr>
          <a:xfrm>
            <a:off x="2254756" y="5508033"/>
            <a:ext cx="29949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600" dirty="0" err="1">
                <a:solidFill>
                  <a:schemeClr val="bg1"/>
                </a:solidFill>
              </a:rPr>
              <a:t>Criticalsource.reference</a:t>
            </a:r>
            <a:endParaRPr lang="en-MY" sz="16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53F2C3-8443-1CCE-4A3A-DE99625CC856}"/>
              </a:ext>
            </a:extLst>
          </p:cNvPr>
          <p:cNvSpPr txBox="1"/>
          <p:nvPr/>
        </p:nvSpPr>
        <p:spPr>
          <a:xfrm>
            <a:off x="1673351" y="878483"/>
            <a:ext cx="9125277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MY" b="1" dirty="0">
                <a:solidFill>
                  <a:schemeClr val="accent1">
                    <a:lumMod val="50000"/>
                  </a:schemeClr>
                </a:solidFill>
              </a:rPr>
              <a:t>Substation </a:t>
            </a:r>
            <a:r>
              <a:rPr lang="en-MY" b="1" dirty="0" err="1">
                <a:solidFill>
                  <a:schemeClr val="accent1">
                    <a:lumMod val="50000"/>
                  </a:schemeClr>
                </a:solidFill>
              </a:rPr>
              <a:t>ie</a:t>
            </a:r>
            <a:r>
              <a:rPr lang="en-MY" b="1" dirty="0">
                <a:solidFill>
                  <a:schemeClr val="accent1">
                    <a:lumMod val="50000"/>
                  </a:schemeClr>
                </a:solidFill>
              </a:rPr>
              <a:t> ABBA132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42451A-5557-5D50-4D46-56ABBA871080}"/>
              </a:ext>
            </a:extLst>
          </p:cNvPr>
          <p:cNvSpPr txBox="1"/>
          <p:nvPr/>
        </p:nvSpPr>
        <p:spPr>
          <a:xfrm>
            <a:off x="2254756" y="5787160"/>
            <a:ext cx="6110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bg1"/>
                </a:solidFill>
              </a:rPr>
              <a:t>Issued Date: </a:t>
            </a:r>
            <a:r>
              <a:rPr lang="en-MY" sz="1400" dirty="0" err="1">
                <a:solidFill>
                  <a:schemeClr val="bg1"/>
                </a:solidFill>
              </a:rPr>
              <a:t>issued_date</a:t>
            </a:r>
            <a:r>
              <a:rPr lang="en-MY" sz="1400" dirty="0">
                <a:solidFill>
                  <a:schemeClr val="bg1"/>
                </a:solidFill>
              </a:rPr>
              <a:t>  |  Last Updated: </a:t>
            </a:r>
            <a:r>
              <a:rPr lang="en-MY" sz="1400" dirty="0" err="1">
                <a:solidFill>
                  <a:schemeClr val="bg1"/>
                </a:solidFill>
              </a:rPr>
              <a:t>updated_at</a:t>
            </a:r>
            <a:endParaRPr lang="en-MY" sz="1400" dirty="0">
              <a:solidFill>
                <a:schemeClr val="bg1"/>
              </a:solidFill>
            </a:endParaRPr>
          </a:p>
        </p:txBody>
      </p:sp>
      <p:pic>
        <p:nvPicPr>
          <p:cNvPr id="33" name="Graphic 32" descr="Signal outline">
            <a:extLst>
              <a:ext uri="{FF2B5EF4-FFF2-40B4-BE49-F238E27FC236}">
                <a16:creationId xmlns:a16="http://schemas.microsoft.com/office/drawing/2014/main" id="{6F729456-4CEC-A51C-7E26-50CEED61E8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22276" y="4996227"/>
            <a:ext cx="423361" cy="42336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5ABB14F-DB7C-BAD0-FA4F-4725401F0C58}"/>
              </a:ext>
            </a:extLst>
          </p:cNvPr>
          <p:cNvSpPr txBox="1"/>
          <p:nvPr/>
        </p:nvSpPr>
        <p:spPr>
          <a:xfrm>
            <a:off x="2264661" y="5100908"/>
            <a:ext cx="35477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b="1" dirty="0">
                <a:solidFill>
                  <a:schemeClr val="bg1"/>
                </a:solidFill>
              </a:rPr>
              <a:t>1</a:t>
            </a:r>
            <a:r>
              <a:rPr lang="en-MY" sz="1200" dirty="0">
                <a:solidFill>
                  <a:schemeClr val="bg1"/>
                </a:solidFill>
              </a:rPr>
              <a:t> severity (bar </a:t>
            </a:r>
            <a:r>
              <a:rPr lang="en-MY" sz="1200" dirty="0" err="1">
                <a:solidFill>
                  <a:schemeClr val="bg1"/>
                </a:solidFill>
              </a:rPr>
              <a:t>color</a:t>
            </a:r>
            <a:r>
              <a:rPr lang="en-MY" sz="1200" dirty="0">
                <a:solidFill>
                  <a:schemeClr val="bg1"/>
                </a:solidFill>
              </a:rPr>
              <a:t> based on severity)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E5E8606-ACD5-8501-9607-BA7208E27456}"/>
              </a:ext>
            </a:extLst>
          </p:cNvPr>
          <p:cNvSpPr/>
          <p:nvPr/>
        </p:nvSpPr>
        <p:spPr>
          <a:xfrm>
            <a:off x="8041116" y="5732278"/>
            <a:ext cx="1259326" cy="33855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Edit</a:t>
            </a:r>
          </a:p>
        </p:txBody>
      </p:sp>
      <p:sp>
        <p:nvSpPr>
          <p:cNvPr id="2" name="Rectangle: Rounded Corners 34">
            <a:extLst>
              <a:ext uri="{FF2B5EF4-FFF2-40B4-BE49-F238E27FC236}">
                <a16:creationId xmlns:a16="http://schemas.microsoft.com/office/drawing/2014/main" id="{983BEA54-9A37-1126-2EB7-921EED1ED3FA}"/>
              </a:ext>
            </a:extLst>
          </p:cNvPr>
          <p:cNvSpPr/>
          <p:nvPr/>
        </p:nvSpPr>
        <p:spPr>
          <a:xfrm>
            <a:off x="9377476" y="5730730"/>
            <a:ext cx="1259326" cy="33855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Add</a:t>
            </a:r>
          </a:p>
        </p:txBody>
      </p:sp>
    </p:spTree>
    <p:extLst>
      <p:ext uri="{BB962C8B-B14F-4D97-AF65-F5344CB8AC3E}">
        <p14:creationId xmlns:p14="http://schemas.microsoft.com/office/powerpoint/2010/main" val="957029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74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Rage Italic</vt:lpstr>
      <vt:lpstr>Office Theme</vt:lpstr>
      <vt:lpstr>PowerPoint Presentation</vt:lpstr>
    </vt:vector>
  </TitlesOfParts>
  <Company>Tenaga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Fairizat Abu Hasan</dc:creator>
  <cp:lastModifiedBy>Fairizat Abu Hasan</cp:lastModifiedBy>
  <cp:revision>3</cp:revision>
  <dcterms:created xsi:type="dcterms:W3CDTF">2026-02-26T00:54:47Z</dcterms:created>
  <dcterms:modified xsi:type="dcterms:W3CDTF">2026-02-26T12:02:52Z</dcterms:modified>
</cp:coreProperties>
</file>